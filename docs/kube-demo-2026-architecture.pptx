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31C31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AWS EKS • CLOUD NATIVE • DEVOPS ARCHITECTURE 2026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Cloud Native Enterprise Platform</a:t>
            </a:r>
          </a:p>
          <a:p>
            <a:pPr>
              <a:spcAft>
                <a:spcPts val="2500"/>
              </a:spcAft>
              <a:defRPr sz="1800">
                <a:solidFill>
                  <a:srgbClr val="94A3B8"/>
                </a:solidFill>
              </a:defRPr>
            </a:pPr>
            <a:r>
              <a:t>Ephemeral Sandbox Automation, Route 53 Dynamic DNS &amp; 4-Tier Multi-Repo Decoupled Architecture</a:t>
            </a:r>
          </a:p>
          <a:p>
            <a:pPr>
              <a:defRPr sz="1100">
                <a:solidFill>
                  <a:srgbClr val="34D399"/>
                </a:solidFill>
              </a:defRPr>
            </a:pPr>
            <a:r>
              <a:t>Repositories: cirobessa/kube-demo-2026 • cirodasilvaj/backstage-infra • cirodasilvaj/samba-ad-keycloak • cirodasilvaj/apps-demo-2026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CONTEXT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7-Hour Ephemeral AWS Sandbox Reality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Operating enterprise-grade Kubernetes in non-persistent, rapidly rotating cloud lab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1. Strict Time Boundary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[LIFECYCLE]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AWS accounts expire and are terminated every 7 hours.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All resources (VPC, EKS, RDS, EC2, IAM) get permanently wiped.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Requires zero-touch, automated re-provisioning under 20 minutes.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No manual console clicks or interactive credentials.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Dynamic DNS Rotation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[NETWORKING]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Each account receives a random Route 53 domain: *.&lt;random-id&gt;.realhandsonlabs.net.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Hardcoded domains break immediately on the next rotation.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DNS must be auto-discovered by Terraform &amp; scripts dynamically.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Service endpoints must be seamlessly mapped via CNAME delegation.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3. State &amp; Decoupling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[PERSISTENCE]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4 distinct Git repositories managed by two GitHub accounts.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Strict dependency order: VPC -&gt; EKS -&gt; DevEx -&gt; IAM -&gt; Apps.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Database state dump/hydrate mechanism for Backstage RDS.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Native Terraform S3 locking prevents pipeline concurrency conflicts.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GLOBAL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Decoupled 4-Tier Multi-Repository Orchestration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Isolated failure domains with clean interfaces, dynamic outputs, and GitOps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Tier 1: Base Infra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[FOUNDATION]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Repo: kube-demo-2026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Owner: cirobessa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VPC / Subnets across 3 AZs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EKS 1.30 Managed Cluster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Prometheus Helm Stack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EBS / S3 CSI Drivers IRSA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Output: vpc_id, subnets, OIDC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Tier 2: Platform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[DEVEX]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Repo: backstage-infra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Owner: cirodasilvaj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RDS PostgreSQL 15 Instance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Backstage Developer Portal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ArgoCD GitOps Controller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SonarQube Security Scanner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Route 53 DNS Auto-Delegate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Tier 3: Enterprise IAM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[IDENTITY]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Repo: samba-ad-keycloak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Owner: cirodasilvaj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Samba 4 AD Multi-DC (EC2)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Deployed in EKS Private VPC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FreeRADIUS MFA Gateway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Keycloak SAML 2.0 &amp; OIDC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Round-Robin LDAP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Tier 4: Microservices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[APPLICATIONS]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Repo: apps-demo-2026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Owner: cirodasilvaj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Python 3.12 Flask REST API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.NET 8 C# Enterprise API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SonarQube CI/CD Quality Gate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Backstage Catalog Specs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Dynamic Ingress CNAMEs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TIER 1: CORE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Amazon EKS 1.30 &amp; Cloud Foundation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Provisioned via Terraform with high-availability networking and native add-ons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Networking &amp; Compute Blueprint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[VPC &amp; EKS]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VPC CIDR: 10.0.0.0/16 with DNS Support &amp; Hostnames enabled.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Public Subnets: 10.0.0.0/24, 10.0.1.0/24 (Tagged for ELB).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Private Subnets: 10.0.10.0/24, 10.0.11.0/24 (Tagged for Internal ELB).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Cost-optimized NAT Gateway with dedicated Elastic IP.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EKS Cluster: Version 1.30, Public/Private Endpoint.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Managed Node Group: 2x t3.medium instances in private subnets.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Auto-scaling configuration: Min 2, Desired 2, Max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Cluster Add-ons &amp; IRSA Roles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[ADD-ONS &amp; IAM]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VPC-CNI: AWS-native pod networking with ENI IP allocation.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CoreDNS &amp; Kube-Proxy: Managed cluster service discovery.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EKS Pod Identity Agent: Modern AWS credential management.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Metrics Server: HPA &amp; real-time resource utilization.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AWS Mountpoint S3 CSI Driver: S3 bucket volume mounts.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IAM OIDC Provider: Fine-grained IRSA roles for pods.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Monitoring Namespace: Pre-loaded with Prometheus Community Helm stack.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TIER 2: DEVEX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Internal Developer Portal, GitOps &amp; Quality Gate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Empowering engineering teams with Backstage, ArgoCD, SonarQube, and 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Backstage &amp; Managed PostgreSQL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[BACKSTAGE IDP]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Backstage IDP: Centralized software catalog, documentation &amp; APIs.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RDS PostgreSQL 15: Dedicated instance for relational catalog state.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Catalog Entity Discovery: Integrates apps-demo-2026 catalog-info.yaml.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Disaster Recovery: Automated backup endpoint /backstage-rds-dump.sql.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Pre-configured plugins: Kubernetes, TechDocs, SonarQube, ArgoCD.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Route 53 CNAME: http://backstage.&lt;lab-id&gt;.realhandsonlabs.net.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ArgoCD, SonarQube &amp; Grafana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[GITOPS &amp; QUALITY]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ArgoCD GitOps: Declarative continuous delivery from Git repositories.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SonarQube Scanner: Static code analysis, security &amp; vulnerability gates.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Grafana Dashboards: Real-time telemetry, cluster &amp; pod health.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Dynamic DNS Endpoints automatically created: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• http://argocd.&lt;lab-id&gt;.realhandsonlabs.net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• http://sonarqube.&lt;lab-id&gt;.realhandsonlabs.net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• http://grafana.&lt;lab-id&gt;.realhandsonlabs.net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TIER 3: ENTERPRISE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Samba 4 Multi-DC Active Directory &amp; Keycloak SSO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Dual domain controllers in EKS private subnets with FreeRADIUS MFA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Samba 4 Active Directory Multi-DC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[ACTIVE DIRECTORY]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Dual Domain Controllers (DC1 &amp; DC2) on dedicated EC2 instances.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Attached directly to EKS VPC Private Subnets for low latency.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Automated DRS replication between domain controllers.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Samba internal DNS disabled to prevent conflict with Route 53.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FreeRADIUS Integration: Multi-Factor Authentication (MFA) on port 1812.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Round-Robin LDAP resolution: ldap://ad.&lt;lab-id&gt;.realhandsonlabs.net:389.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Keycloak Central SSO &amp; Federation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[KEYCLOAK SSO]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Keycloak 24 IAM: Enterprise Single Sign-On (SSO) gateway.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User Federation: Syncs users and groups directly with Samba AD LDAP.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Modern Protocols: SAML 2.0 &amp; OIDC tokens for Backstage and microservices.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Automated Ansible provisioner initializes realms, clients, and roles.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Public SSO CNAME: http://sso.&lt;lab-id&gt;.realhandsonlabs.net.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Enables seamless SSO login for developers across the entire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TIER 4: POLYGLOT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Python &amp; .NET 8 Microservices with CI/CD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Production-ready workloads integrated with SonarQube, Prometheus, and Backstage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Python 3.12 Flask Microservice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[PYTHON APP]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High-performance REST API with modular Flask blueprint routing.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Prometheus Metrics Exporter: Exposes /metrics for scrape target.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Structured JSON logging ready for Fluentd and Loki log aggregation.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catalog-info.yaml registered in Backstage with links to Grafana &amp; SonarQube.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Automated Docker multi-stage build &amp; EKS Kubernetes deployment.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Dynamic Route 53 Endpoint: http://python.&lt;lab-id&gt;.realhandsonlabs.net.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 .NET 8 C# Enterprise Microservice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[.NET 8 C# APP]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Modern ASP.NET Core 8 Web API with Dependency Injection.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Built-in Health Checks (/healthz) and OpenTelemetry instrumentation.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SonarQube Quality Gate enforced in GitHub Actions CI pipeline.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Dedicated catalog-info.yaml defines component, dependencies, and API specs.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Zero-downtime rolling deployment managed by Kubernetes Service.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Dynamic Route 53 Endpoint: http://dotnet.&lt;lab-id&gt;.realhandsonlabs.net.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NETWORKING &amp;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Route 53 Dynamic Discovery &amp; CNAME Delegation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Solving the random hosted zone dilemma in ephemeral sandbox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The Auto-Discovery Mechanism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[TERRAFORM DNS]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Lab accounts automatically create a hosted zone: *realhandsonlabs.net.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Terraform data source queries: data "aws_route53_zone" "lab" { }.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Extracts the random subsegment: &lt;random-id&gt; from the zone name.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Dynamically synthesizes canonical domain endpoints without hardcoding.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Generates CNAME records pointing to AWS Load Balancer hostnames.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Runs sync-cluster-dns.sh post-deployment to ensure ELB readiness.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Complete Service DNS Directory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[DNS REGISTRY]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Platform: http://backstage.&lt;lab-id&gt;.realhandsonlabs.net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GitOps:   http://argocd.&lt;lab-id&gt;.realhandsonlabs.net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QA/Code:  http://sonarqube.&lt;lab-id&gt;.realhandsonlabs.net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Metrics:  http://grafana.&lt;lab-id&gt;.realhandsonlabs.net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Identity: http://sso.&lt;lab-id&gt;.realhandsonlabs.net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Directory: ldap://ad.&lt;lab-id&gt;.realhandsonlabs.net:389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Microservices: http://python.&lt;lab-id&gt;... &amp; http://dotnet.&lt;lab-id&gt;...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All URLs cleanly published into GitHub Actions Step Summary.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OBSERVABILITY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Prometheus Metrics, Fluentd Logging &amp; Grafana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End-to-end full stack visibility across infrastructure, containers, and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Prometheus Scraping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[METRICS]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Deployed via Helm 25.27.0 in monitoring namespace.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Scrapes kubelet, cAdvisor, node-exporter, and cluster pods.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Scrapes /metrics on Python and .NET microservices.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In-cluster URL: http://prometheus-server.monitoring.svc.cluster.local.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2. Fluentd &amp; Loki Logs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[LOGGING]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Dedicated IRSA IAM role for Fluentd CloudWatch/S3 logging.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DaemonSet collects stdout/stderr from all worker node containers.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Loki log aggregation provides indexed log querying.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Correlates log traces with metrics in Backstage and Grafana.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3. Grafana Dashboards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[VISUALIZATION]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Pre-provisioned dashboards for EKS cluster, nodes, and pods.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Application performance monitoring (latency, errors, RPS).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Accessible via friendly dynamic Route 53 CNAME.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Deep links embedded directly in Backstage catalog components.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OPERATIONS &amp;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Zero-to-Production Execution Sequence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Step-by-step pipeline to provision the complete architecture in a new AWS account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BBF24"/>
                </a:solidFill>
              </a:defRPr>
            </a:pPr>
            <a:r>
              <a:t>Phase 0: Credentials &amp; Backup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Update AWS secrets in GitHub Actions (cirobessa &amp; cirodasilvaj accounts); optional DB dump.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383280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65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8BDF8"/>
                </a:solidFill>
              </a:defRPr>
            </a:pPr>
            <a:r>
              <a:t>Phase 1: Base Infrastructure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Run eks.yml on cirobessa/kube-demo-2026. Deploys VPC, Subnets, EKS 1.30, and Prometheus.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383280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65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4D399"/>
                </a:solidFill>
              </a:defRPr>
            </a:pPr>
            <a:r>
              <a:t>Phase 2: Local Kubeconfig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Execute 'aws eks update-kubeconfig --name kube-demo-eks' to verify node readiness.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C084FC"/>
                </a:solidFill>
              </a:defRPr>
            </a:pPr>
            <a:r>
              <a:t>Phase 3: DevEx Platform &amp; DB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Run terraform.yml on backstage-infra. Deploys RDS PostgreSQL, Backstage, ArgoCD, SonarQube.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114800"/>
            <a:ext cx="3383280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51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BBF24"/>
                </a:solidFill>
              </a:defRPr>
            </a:pPr>
            <a:r>
              <a:t>Phase 4: Enterprise IAM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Run deploy.yml on samba-ad-keycloak. Provisions Samba 4 Multi-DC and Keycloak inside EKS VPC.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114800"/>
            <a:ext cx="3383280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251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8BDF8"/>
                </a:solidFill>
              </a:defRPr>
            </a:pPr>
            <a:r>
              <a:t>Phase 5: Microservices &amp; CI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Run build.yml on apps-demo-2026. Builds and deploys Python and .NET apps with SonarQube scan.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DISASTER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Surviving Sandbox Termination &amp; State Hydration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Ensuring configuration, code, and relational data continuity across ephemeral account resets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State Continuity Architecture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[TERRAFORM STATE]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S3 Remote Backend with DynamoDB / native S3 state locking.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Separate state keys per repository isolate failure domains: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• kube-demo-2026/eks/terraform.tfstate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• backstage-infra/terraform.tfstate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• samba-ad-keycloak/terraform.tfstate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All infrastructure is 100% codified — zero manual config.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Automated tear-down: 'terraform destroy' cleanly removes ELBs to prevent orphaned ENIs before account termination.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Database Rehydration &amp; Secrets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[RTO &amp; RPO]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Backstage Catalog Schema rehydrated automatically on boot.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db/schema.sql pre-seeds components, templates, and plugins.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Live SQL backup dump can be fetched before account expiration: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curl -u admin:*** http://&lt;ELB&gt;/backstage-rds-dump.sql.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GitHub Actions Secrets act as the single source of credential truth.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Recovery Time Objective (RTO): &lt; 20 minutes from blank account to live.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Recovery Point Objective (RPO): Code is 0s (Git-backed); DB is per-dump.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Enterprise Architecture Mastery in AWS Sandboxes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 production-grade, highly automated, fully resilient cloud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38BDF8"/>
                </a:solidFill>
              </a:defRPr>
            </a:pPr>
            <a:r>
              <a:t>4 Repositories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Decoupled GitOps and Infrastructure layers with clean interfaces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34D399"/>
                </a:solidFill>
              </a:defRPr>
            </a:pPr>
            <a:r>
              <a:t>&lt; 20 Min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Zero-to-production deployment time in any brand new AWS sandbox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C084FC"/>
                </a:solidFill>
              </a:defRPr>
            </a:pPr>
            <a:r>
              <a:t>100% Codified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Terraform, Kubernetes manifests, Helm charts, and Ansible playbooks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BBF24"/>
                </a:solidFill>
              </a:defRPr>
            </a:pPr>
            <a:r>
              <a:t>Dynamic DNS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Automated Route 53 zone auto-discovery &amp; CNAME delegation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